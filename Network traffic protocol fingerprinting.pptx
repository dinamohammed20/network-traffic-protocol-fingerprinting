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6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4D622018-FBCF-4D4B-B23D-A07EFB8EE82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2B442061-AC54-48E9-9E16-A10AD607A601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556792"/>
            <a:ext cx="6400800" cy="159788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Network traffic protocol fingerprinting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3429000"/>
            <a:ext cx="6440760" cy="2160240"/>
          </a:xfrm>
        </p:spPr>
        <p:txBody>
          <a:bodyPr>
            <a:normAutofit/>
          </a:bodyPr>
          <a:lstStyle/>
          <a:p>
            <a:r>
              <a:rPr lang="ar-IQ" dirty="0" smtClean="0"/>
              <a:t>دينا محمد عبدالرحيم</a:t>
            </a:r>
          </a:p>
          <a:p>
            <a:r>
              <a:rPr lang="ar-IQ" dirty="0" smtClean="0"/>
              <a:t>هندسه حاسبات </a:t>
            </a:r>
          </a:p>
          <a:p>
            <a:r>
              <a:rPr lang="en-GB" dirty="0" smtClean="0"/>
              <a:t>A</a:t>
            </a:r>
            <a:r>
              <a:rPr lang="ar-IQ" dirty="0" smtClean="0"/>
              <a:t>المرحله الثالثه </a:t>
            </a:r>
          </a:p>
          <a:p>
            <a:r>
              <a:rPr lang="ar-IQ" dirty="0" smtClean="0"/>
              <a:t>م.م المنتظر محمود</a:t>
            </a:r>
          </a:p>
        </p:txBody>
      </p:sp>
    </p:spTree>
    <p:extLst>
      <p:ext uri="{BB962C8B-B14F-4D97-AF65-F5344CB8AC3E}">
        <p14:creationId xmlns:p14="http://schemas.microsoft.com/office/powerpoint/2010/main" val="25265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What is Protocol Fingerprinting?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is the process of identifying the type of network traffic (</a:t>
            </a:r>
            <a:r>
              <a:rPr lang="en-GB" dirty="0" err="1" smtClean="0"/>
              <a:t>e.g.,HTTP,SSH,DNS</a:t>
            </a:r>
            <a:r>
              <a:rPr lang="en-GB" dirty="0" smtClean="0"/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Unlike traditional methods, it doesn't depend only on Port Numbers</a:t>
            </a:r>
            <a:r>
              <a:rPr lang="en-GB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It </a:t>
            </a:r>
            <a:r>
              <a:rPr lang="en-GB" dirty="0" err="1"/>
              <a:t>analyzes</a:t>
            </a:r>
            <a:r>
              <a:rPr lang="en-GB" dirty="0"/>
              <a:t> the "</a:t>
            </a:r>
            <a:r>
              <a:rPr lang="en-GB" dirty="0" err="1"/>
              <a:t>behavior</a:t>
            </a:r>
            <a:r>
              <a:rPr lang="en-GB" dirty="0"/>
              <a:t>" and "patterns" of the data packets.</a:t>
            </a:r>
          </a:p>
        </p:txBody>
      </p:sp>
    </p:spTree>
    <p:extLst>
      <p:ext uri="{BB962C8B-B14F-4D97-AF65-F5344CB8AC3E}">
        <p14:creationId xmlns:p14="http://schemas.microsoft.com/office/powerpoint/2010/main" val="43149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 </a:t>
            </a:r>
            <a:r>
              <a:rPr lang="en-GB" dirty="0" smtClean="0"/>
              <a:t>Extraction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GB" dirty="0"/>
              <a:t>Key Features Used</a:t>
            </a:r>
            <a:r>
              <a:rPr lang="en-GB" dirty="0" smtClean="0"/>
              <a:t>:</a:t>
            </a:r>
          </a:p>
          <a:p>
            <a:pPr marL="68580" indent="-342900">
              <a:buFont typeface="+mj-lt"/>
              <a:buAutoNum type="arabicPeriod"/>
            </a:pPr>
            <a:r>
              <a:rPr lang="en-GB" dirty="0"/>
              <a:t>Packet Length: The size of each data packet in bytes</a:t>
            </a:r>
            <a:r>
              <a:rPr lang="en-GB" dirty="0" smtClean="0"/>
              <a:t>.</a:t>
            </a:r>
          </a:p>
          <a:p>
            <a:pPr marL="68580" indent="-342900">
              <a:buFont typeface="+mj-lt"/>
              <a:buAutoNum type="arabicPeriod"/>
            </a:pPr>
            <a:r>
              <a:rPr lang="en-GB" dirty="0" smtClean="0"/>
              <a:t>Inter-Arrival </a:t>
            </a:r>
            <a:r>
              <a:rPr lang="en-GB" dirty="0"/>
              <a:t>Time (IAT): The time difference between two consecutive packets</a:t>
            </a:r>
            <a:r>
              <a:rPr lang="en-GB" dirty="0" smtClean="0"/>
              <a:t>.</a:t>
            </a:r>
          </a:p>
          <a:p>
            <a:pPr marL="285750" indent="-285750"/>
            <a:r>
              <a:rPr lang="en-GB" dirty="0" smtClean="0"/>
              <a:t> </a:t>
            </a:r>
            <a:r>
              <a:rPr lang="en-GB" dirty="0"/>
              <a:t>Why these features? </a:t>
            </a:r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Because </a:t>
            </a:r>
            <a:r>
              <a:rPr lang="en-GB" dirty="0"/>
              <a:t>each protocol has a unique signature in how it sends data.</a:t>
            </a:r>
          </a:p>
        </p:txBody>
      </p:sp>
    </p:spTree>
    <p:extLst>
      <p:ext uri="{BB962C8B-B14F-4D97-AF65-F5344CB8AC3E}">
        <p14:creationId xmlns:p14="http://schemas.microsoft.com/office/powerpoint/2010/main" val="134936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124744"/>
            <a:ext cx="6400800" cy="1008112"/>
          </a:xfrm>
        </p:spPr>
        <p:txBody>
          <a:bodyPr>
            <a:normAutofit fontScale="90000"/>
          </a:bodyPr>
          <a:lstStyle/>
          <a:p>
            <a:r>
              <a:rPr lang="en-GB" dirty="0"/>
              <a:t>Implementation - The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GB" dirty="0" smtClean="0"/>
              <a:t>Programming </a:t>
            </a:r>
            <a:r>
              <a:rPr lang="en-GB" dirty="0"/>
              <a:t>Language: Python</a:t>
            </a:r>
            <a:r>
              <a:rPr lang="en-GB" dirty="0" smtClean="0"/>
              <a:t>.</a:t>
            </a:r>
          </a:p>
          <a:p>
            <a:pPr marL="285750" indent="-285750"/>
            <a:r>
              <a:rPr lang="en-GB" dirty="0" smtClean="0"/>
              <a:t> </a:t>
            </a:r>
            <a:r>
              <a:rPr lang="en-GB" dirty="0"/>
              <a:t>Model: Random Forest Classifier</a:t>
            </a:r>
            <a:r>
              <a:rPr lang="en-GB" dirty="0" smtClean="0"/>
              <a:t>.</a:t>
            </a:r>
          </a:p>
          <a:p>
            <a:pPr marL="285750" indent="-285750"/>
            <a:r>
              <a:rPr lang="en-GB" dirty="0" smtClean="0"/>
              <a:t>Why </a:t>
            </a:r>
            <a:r>
              <a:rPr lang="en-GB" dirty="0"/>
              <a:t>Random Forest</a:t>
            </a:r>
            <a:r>
              <a:rPr lang="en-GB" dirty="0" smtClean="0"/>
              <a:t>?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 </a:t>
            </a:r>
            <a:r>
              <a:rPr lang="en-GB" dirty="0"/>
              <a:t>Handles non-linear data effectively</a:t>
            </a:r>
            <a:r>
              <a:rPr lang="en-GB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High </a:t>
            </a:r>
            <a:r>
              <a:rPr lang="en-GB" dirty="0"/>
              <a:t>accuracy in classifying network protocols</a:t>
            </a:r>
            <a:r>
              <a:rPr lang="en-GB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 </a:t>
            </a:r>
            <a:r>
              <a:rPr lang="en-GB" dirty="0"/>
              <a:t>Robust against noise in traffic data.</a:t>
            </a:r>
          </a:p>
        </p:txBody>
      </p:sp>
    </p:spTree>
    <p:extLst>
      <p:ext uri="{BB962C8B-B14F-4D97-AF65-F5344CB8AC3E}">
        <p14:creationId xmlns:p14="http://schemas.microsoft.com/office/powerpoint/2010/main" val="1671453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52736"/>
            <a:ext cx="6400800" cy="1008112"/>
          </a:xfrm>
        </p:spPr>
        <p:txBody>
          <a:bodyPr>
            <a:normAutofit fontScale="90000"/>
          </a:bodyPr>
          <a:lstStyle/>
          <a:p>
            <a:r>
              <a:rPr lang="en-GB" dirty="0"/>
              <a:t>Implementation &amp; Execution</a:t>
            </a:r>
          </a:p>
        </p:txBody>
      </p:sp>
      <p:pic>
        <p:nvPicPr>
          <p:cNvPr id="1030" name="Picture 6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2" t="24552" r="38420" b="10971"/>
          <a:stretch/>
        </p:blipFill>
        <p:spPr bwMode="auto">
          <a:xfrm>
            <a:off x="900234" y="2420888"/>
            <a:ext cx="3023694" cy="302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5" t="25781" r="28697" b="11328"/>
          <a:stretch/>
        </p:blipFill>
        <p:spPr bwMode="auto">
          <a:xfrm>
            <a:off x="3779912" y="2492896"/>
            <a:ext cx="4464496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856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1052736"/>
            <a:ext cx="6400800" cy="1000472"/>
          </a:xfrm>
        </p:spPr>
        <p:txBody>
          <a:bodyPr>
            <a:normAutofit fontScale="90000"/>
          </a:bodyPr>
          <a:lstStyle/>
          <a:p>
            <a:r>
              <a:rPr lang="en-GB" dirty="0"/>
              <a:t>Implementation &amp; Execution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2" t="22906" r="17835" b="34536"/>
          <a:stretch/>
        </p:blipFill>
        <p:spPr bwMode="auto">
          <a:xfrm>
            <a:off x="2123728" y="2636912"/>
            <a:ext cx="4608511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133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52736"/>
            <a:ext cx="6400800" cy="1008112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 Confusion Matrix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40387" r="49853" b="34408"/>
          <a:stretch/>
        </p:blipFill>
        <p:spPr bwMode="auto">
          <a:xfrm>
            <a:off x="971600" y="2435884"/>
            <a:ext cx="2900119" cy="187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8" t="21401" r="31130" b="13711"/>
          <a:stretch/>
        </p:blipFill>
        <p:spPr bwMode="auto">
          <a:xfrm>
            <a:off x="4020610" y="2420888"/>
            <a:ext cx="413606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1600" y="4797152"/>
            <a:ext cx="6624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The "Diagonal" cells show correct classifications.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The model successfully distinguished between HTTP, DNS, and SSH with high precision.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35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1124744"/>
            <a:ext cx="6400800" cy="1000472"/>
          </a:xfrm>
        </p:spPr>
        <p:txBody>
          <a:bodyPr>
            <a:normAutofit fontScale="90000"/>
          </a:bodyPr>
          <a:lstStyle/>
          <a:p>
            <a:r>
              <a:rPr lang="en-GB" dirty="0"/>
              <a:t>Conclusion &amp; </a:t>
            </a:r>
            <a:r>
              <a:rPr lang="en-GB" dirty="0" err="1"/>
              <a:t>GitHub</a:t>
            </a:r>
            <a:r>
              <a:rPr lang="en-GB" dirty="0"/>
              <a:t>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r>
              <a:rPr lang="en-GB" dirty="0"/>
              <a:t>: Machine learning is a powerful tool for network security and traffic management</a:t>
            </a:r>
            <a:r>
              <a:rPr lang="en-GB" dirty="0" smtClean="0"/>
              <a:t>.</a:t>
            </a:r>
          </a:p>
          <a:p>
            <a:r>
              <a:rPr lang="en-GB" dirty="0" smtClean="0"/>
              <a:t>Project </a:t>
            </a:r>
            <a:r>
              <a:rPr lang="en-GB" dirty="0"/>
              <a:t>Link: [https://</a:t>
            </a:r>
            <a:r>
              <a:rPr lang="en-GB" dirty="0" smtClean="0"/>
              <a:t>github.com/dinamohammed20/Network-Traffic-Protocol-Fingerprinting.git]</a:t>
            </a:r>
            <a:endParaRPr lang="en-GB" dirty="0"/>
          </a:p>
          <a:p>
            <a:r>
              <a:rPr lang="en-GB" dirty="0" smtClean="0"/>
              <a:t>Thank </a:t>
            </a:r>
            <a:r>
              <a:rPr lang="en-GB" dirty="0"/>
              <a:t>You!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48282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uture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424</TotalTime>
  <Words>221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Couture</vt:lpstr>
      <vt:lpstr>Network traffic protocol fingerprinting</vt:lpstr>
      <vt:lpstr>Introduction</vt:lpstr>
      <vt:lpstr>Features Extraction</vt:lpstr>
      <vt:lpstr>Implementation - The Algorithm</vt:lpstr>
      <vt:lpstr>Implementation &amp; Execution</vt:lpstr>
      <vt:lpstr>Implementation &amp; Execution</vt:lpstr>
      <vt:lpstr>Results - Confusion Matrix</vt:lpstr>
      <vt:lpstr>Conclusion &amp; GitHub Link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traffic protocol fingerprinting</dc:title>
  <dc:creator>HP</dc:creator>
  <cp:lastModifiedBy>HP</cp:lastModifiedBy>
  <cp:revision>7</cp:revision>
  <dcterms:created xsi:type="dcterms:W3CDTF">2026-04-24T12:20:03Z</dcterms:created>
  <dcterms:modified xsi:type="dcterms:W3CDTF">2026-04-24T19:24:19Z</dcterms:modified>
</cp:coreProperties>
</file>